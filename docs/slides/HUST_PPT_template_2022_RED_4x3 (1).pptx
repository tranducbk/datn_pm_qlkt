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8"/>
  </p:notesMasterIdLst>
  <p:handoutMasterIdLst>
    <p:handoutMasterId r:id="rId9"/>
  </p:handoutMasterIdLst>
  <p:sldIdLst>
    <p:sldId id="257" r:id="rId2"/>
    <p:sldId id="265" r:id="rId3"/>
    <p:sldId id="266" r:id="rId4"/>
    <p:sldId id="267" r:id="rId5"/>
    <p:sldId id="273" r:id="rId6"/>
    <p:sldId id="269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9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13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6/18/26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6/18/26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6/18/26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7985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6/18/26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6">
            <a:extLst>
              <a:ext uri="{FF2B5EF4-FFF2-40B4-BE49-F238E27FC236}">
                <a16:creationId xmlns:a16="http://schemas.microsoft.com/office/drawing/2014/main" id="{689FBFE6-E7AD-40DE-88B8-794C73F95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295" y="224917"/>
            <a:ext cx="5397627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 ……………………………………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C2ED7A5-CBB5-4B5C-BD2A-3596087A71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24251" y="1011238"/>
            <a:ext cx="5384672" cy="552926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E21F2271-B488-4DC9-A50E-592D82F2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6/18/26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06E966D-F219-41DE-82BF-3F3121B7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F61A491-C108-489A-B2EA-9FC27DAD4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388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6/18/26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6/18/26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27550"/>
            <a:ext cx="8674100" cy="486844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6/18/26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6/18/26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164920"/>
            <a:ext cx="8674100" cy="493107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6/18/26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5" r:id="rId3"/>
    <p:sldLayoutId id="2147483683" r:id="rId4"/>
    <p:sldLayoutId id="2147483676" r:id="rId5"/>
    <p:sldLayoutId id="2147483679" r:id="rId6"/>
    <p:sldLayoutId id="2147483680" r:id="rId7"/>
    <p:sldLayoutId id="2147483681" r:id="rId8"/>
    <p:sldLayoutId id="2147483682" r:id="rId9"/>
    <p:sldLayoutId id="2147483678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>
            <a:extLst>
              <a:ext uri="{FF2B5EF4-FFF2-40B4-BE49-F238E27FC236}">
                <a16:creationId xmlns:a16="http://schemas.microsoft.com/office/drawing/2014/main" id="{67FB4AA9-E9AF-4CE0-A0DC-99D795289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012" y="398419"/>
            <a:ext cx="2037225" cy="611594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FF8BDF70-CFA6-4031-86B7-31F910D8115D}"/>
              </a:ext>
            </a:extLst>
          </p:cNvPr>
          <p:cNvSpPr txBox="1">
            <a:spLocks/>
          </p:cNvSpPr>
          <p:nvPr/>
        </p:nvSpPr>
        <p:spPr>
          <a:xfrm>
            <a:off x="413012" y="2421636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A4ACF486-B7D8-4A5A-B633-83527A2F99E2}"/>
              </a:ext>
            </a:extLst>
          </p:cNvPr>
          <p:cNvSpPr txBox="1">
            <a:spLocks/>
          </p:cNvSpPr>
          <p:nvPr/>
        </p:nvSpPr>
        <p:spPr>
          <a:xfrm>
            <a:off x="413012" y="3567622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b="0" dirty="0"/>
              <a:t>SUBTITLE. SUBTITLE. SUBTITLE.</a:t>
            </a:r>
          </a:p>
          <a:p>
            <a:r>
              <a:rPr lang="en-US" sz="2800" b="0" dirty="0"/>
              <a:t>SUBTITLE. SUBTITLE.</a:t>
            </a:r>
          </a:p>
          <a:p>
            <a:endParaRPr lang="en-US" sz="2800" b="0" dirty="0"/>
          </a:p>
          <a:p>
            <a:endParaRPr lang="en-US" sz="2800" b="0" dirty="0"/>
          </a:p>
          <a:p>
            <a:endParaRPr lang="en-US" sz="2800" b="0" dirty="0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63378-38F8-4CB3-AF99-2C56FCF554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9CAB07-B0CD-4712-9734-2D3CBC725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9C6F49-1887-4BE4-A583-FB79B8A22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311219-8684-45FC-A126-E067924AC7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358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A7ECF-1792-4255-AF79-1338056A1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7A365B-2C63-46A3-AD64-BA52831BEC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7697B-E2F6-452F-B4AF-9444ACC6F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012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E2BCA-A953-E4E8-9DF4-806754165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D60EA-6653-3AE7-7289-DD8479DAF26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3E6E5C-9744-5884-9CF6-BA4CC119CD4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385C89-7D1D-5A90-6795-7FC575F1E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069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7B5C8-2095-4D2D-97FE-E4E8D893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F78B3876-6ECC-4098-BDD1-C48CE4B42721}"/>
              </a:ext>
            </a:extLst>
          </p:cNvPr>
          <p:cNvSpPr txBox="1">
            <a:spLocks/>
          </p:cNvSpPr>
          <p:nvPr/>
        </p:nvSpPr>
        <p:spPr>
          <a:xfrm>
            <a:off x="4181094" y="3021991"/>
            <a:ext cx="4197975" cy="8140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2830535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152</TotalTime>
  <Words>20</Words>
  <Application>Microsoft Macintosh PowerPoint</Application>
  <PresentationFormat>On-screen Show (4:3)</PresentationFormat>
  <Paragraphs>10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Tran Anh Duc 20220120</cp:lastModifiedBy>
  <cp:revision>14</cp:revision>
  <dcterms:created xsi:type="dcterms:W3CDTF">2021-05-28T04:32:29Z</dcterms:created>
  <dcterms:modified xsi:type="dcterms:W3CDTF">2026-06-17T23:37:34Z</dcterms:modified>
</cp:coreProperties>
</file>